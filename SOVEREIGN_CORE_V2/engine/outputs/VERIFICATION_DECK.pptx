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Self-Verification for TestCorp_Global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[MOCK] Concise ROI-focused content for Director of Sales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2026-05-18T01:41:03Z</dcterms:created>
  <dcterms:modified xsi:type="dcterms:W3CDTF">2026-05-18T01:41:03Z</dcterms:modified>
</cp:coreProperties>
</file>